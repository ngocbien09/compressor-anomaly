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2134088" cy="82296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CompressorGuard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19072" y="91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2560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Platform for Multi-Stage Centrifugal Compressors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" y="1161288"/>
            <a:ext cx="4572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" y="11612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594360" y="1033272"/>
            <a:ext cx="594360" cy="594360"/>
          </a:xfrm>
          <a:prstGeom prst="ellipse">
            <a:avLst/>
          </a:prstGeom>
          <a:solidFill>
            <a:srgbClr val="0F2040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033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16459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207008" y="1325880"/>
            <a:ext cx="667512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66444" y="121615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3152" y="1280160"/>
            <a:ext cx="4572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" y="12801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911096" y="996696"/>
            <a:ext cx="2560320" cy="10789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960120"/>
            <a:ext cx="2560320" cy="1078992"/>
          </a:xfrm>
          <a:prstGeom prst="rect">
            <a:avLst/>
          </a:prstGeom>
          <a:solidFill>
            <a:srgbClr val="0F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960120"/>
            <a:ext cx="256032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101498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58568" y="101498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Dashboard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02536" y="129844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 ·  Training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002536" y="149961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 ·  Live Monitor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02536" y="1700784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Timeline  ·  AI Agent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54296" y="996696"/>
            <a:ext cx="2253082" cy="10789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960120"/>
            <a:ext cx="2253082" cy="1078992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960120"/>
            <a:ext cx="2253082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01498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01768" y="1014984"/>
            <a:ext cx="17775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45736" y="1298448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SSE streaming (EventSource)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45736" y="1499616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sensor visualizations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45736" y="1700784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dark-mode design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986016" y="996696"/>
            <a:ext cx="2253082" cy="10789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960120"/>
            <a:ext cx="2253082" cy="1078992"/>
          </a:xfrm>
          <a:prstGeom prst="rect">
            <a:avLst/>
          </a:prstGeom>
          <a:solidFill>
            <a:srgbClr val="0F20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960120"/>
            <a:ext cx="2253082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01498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33488" y="1014984"/>
            <a:ext cx="17775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77456" y="1298448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Axios + 120 s timeout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077456" y="1499616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+ Server-Sent Events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077456" y="1700784"/>
            <a:ext cx="205191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dev-server proxy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46120" y="2039112"/>
            <a:ext cx="0" cy="173736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971800" y="201625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HTTP/SSE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76656" y="2203704"/>
            <a:ext cx="11475720" cy="107899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2167128"/>
            <a:ext cx="11475720" cy="1078992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2167128"/>
            <a:ext cx="114757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222199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24128" y="2221992"/>
            <a:ext cx="11000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·  Python 3.11  ·  uvicorn  ·  SQLAlchemy ORM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8096" y="2505456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/api/health   /api/data/*   /api/train/*   /api/evaluate/*   /api/predict/*   /api/agent/*   /api/predictions/*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68096" y="270662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middleware  ·  BackgroundTasks for async training  ·  StreamingResponse for SSE  ·  Pydantic request validation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152" y="2487168"/>
            <a:ext cx="4572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" y="24871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6377940" y="3246120"/>
            <a:ext cx="0" cy="173736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3152" y="3721608"/>
            <a:ext cx="4572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" y="37216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676656" y="3410712"/>
            <a:ext cx="2926080" cy="1532169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0080" y="3374136"/>
            <a:ext cx="2926080" cy="1532169"/>
          </a:xfrm>
          <a:prstGeom prst="rect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" y="3374136"/>
            <a:ext cx="292608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342900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🌲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024128" y="34290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68096" y="3712464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RandomForest — 85% ensemble weight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68096" y="39136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features: 10 base + 36 temporal + 4 physics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68096" y="411480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stats: 5/10/30 min windows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8096" y="4315968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AUC-ROC: 0.9726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785616" y="3410712"/>
            <a:ext cx="2926080" cy="1532169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0" y="3374136"/>
            <a:ext cx="2926080" cy="1532169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0" y="3374136"/>
            <a:ext cx="292608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0" y="342900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∿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133088" y="34290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77056" y="3712464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TensorFlow/Keras — 15% ensemble weight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877056" y="39136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Encoder 64→32→16, Decoder 32→64→10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877056" y="411480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60-step sliding window input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877056" y="4315968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Reconstruction error threshold: μ + 3σ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894576" y="3410712"/>
            <a:ext cx="2926080" cy="1532169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58000" y="3374136"/>
            <a:ext cx="2926080" cy="1532169"/>
          </a:xfrm>
          <a:prstGeom prst="rect">
            <a:avLst/>
          </a:prstGeom>
          <a:solidFill>
            <a:srgbClr val="0F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58000" y="3374136"/>
            <a:ext cx="292608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342900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⊕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242048" y="342900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Predictor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986016" y="3712464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= 0.85×IF + 0.15×LSTM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986016" y="3913632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Threshold: Prec ≥65%, FPR ≤10%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986016" y="411480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from model agreement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986016" y="4315968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Severity: NORMAL/LOW/MEDIUM/HIGH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8321040" y="4906305"/>
            <a:ext cx="0" cy="164592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697480" y="4140220"/>
            <a:ext cx="10515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5120640" y="4140220"/>
            <a:ext cx="17373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ysDash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957816" y="3410712"/>
            <a:ext cx="2176272" cy="1532169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21240" y="3374136"/>
            <a:ext cx="2176272" cy="1532169"/>
          </a:xfrm>
          <a:prstGeom prst="rect">
            <a:avLst/>
          </a:prstGeom>
          <a:solidFill>
            <a:srgbClr val="0F20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21240" y="3374136"/>
            <a:ext cx="2176272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012680" y="342900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10305288" y="342900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Agent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049256" y="3712464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claude-sonnet-4-6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0049256" y="3913632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+ streaming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10049256" y="411480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Multi-turn chat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11009376" y="3246120"/>
            <a:ext cx="0" cy="128016"/>
          </a:xfrm>
          <a:prstGeom prst="line">
            <a:avLst/>
          </a:prstGeom>
          <a:noFill/>
          <a:ln w="15240">
            <a:solidFill>
              <a:srgbClr val="8B5CF6"/>
            </a:solidFill>
            <a:prstDash val="sysDash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10378440" y="3271723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73152" y="5235489"/>
            <a:ext cx="457200" cy="20116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152" y="5235489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676656" y="5070897"/>
            <a:ext cx="4114800" cy="11704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0080" y="5034321"/>
            <a:ext cx="4114800" cy="1170432"/>
          </a:xfrm>
          <a:prstGeom prst="rect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0080" y="5034321"/>
            <a:ext cx="41148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1520" y="5089185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1024128" y="5089185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 (SQLAlchemy ORM)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768096" y="5372649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·  AgentAnalysis  ·  TrainingRun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768096" y="5573817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Stores: timestamps, sensor JSON, scores, severity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768096" y="5774985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helpers · auto-created on first startup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974336" y="5070897"/>
            <a:ext cx="4754880" cy="11704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37760" y="5034321"/>
            <a:ext cx="4754880" cy="1170432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37760" y="5034321"/>
            <a:ext cx="47548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0" y="5089185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400" dirty="0"/>
          </a:p>
        </p:txBody>
      </p:sp>
      <p:sp>
        <p:nvSpPr>
          <p:cNvPr id="110" name="Text 108"/>
          <p:cNvSpPr/>
          <p:nvPr/>
        </p:nvSpPr>
        <p:spPr>
          <a:xfrm>
            <a:off x="5321808" y="5089185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Store  (saved_models/)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5065776" y="5372649"/>
            <a:ext cx="4553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isolation_forest.pkl  ·  if_scaler.pkl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5065776" y="5573817"/>
            <a:ext cx="4553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lstm_autoencoder.keras  ·  lstm_meta.pkl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5065776" y="5774985"/>
            <a:ext cx="4553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optimal_threshold.json  — auto-loaded at startup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9930384" y="5070897"/>
            <a:ext cx="2203704" cy="1170432"/>
          </a:xfrm>
          <a:prstGeom prst="rect">
            <a:avLst/>
          </a:prstGeom>
          <a:solidFill>
            <a:srgbClr val="000000">
              <a:alpha val="2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893808" y="5034321"/>
            <a:ext cx="2203704" cy="1170432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893808" y="5034321"/>
            <a:ext cx="2203704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985248" y="5089185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10277856" y="5089185"/>
            <a:ext cx="1728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021824" y="5372649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50 000 synthetic sensor rows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10021824" y="5573817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fault modes: bearing, valve,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10021824" y="5774985"/>
            <a:ext cx="2002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fouling, seal leak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54864" y="6693408"/>
            <a:ext cx="12134088" cy="1645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23" name="Text 121"/>
          <p:cNvSpPr/>
          <p:nvPr/>
        </p:nvSpPr>
        <p:spPr>
          <a:xfrm>
            <a:off x="182880" y="6702552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CompressorGuard AI  ·  Confidential  ·  2025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11704320" y="6702552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2134088" cy="82296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91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CompressorGuard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19072" y="91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502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of the CompressorGuard platform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914400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914400"/>
            <a:ext cx="64008" cy="2423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42416"/>
            <a:ext cx="566928" cy="566928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42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5840" y="1042416"/>
            <a:ext cx="2862072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042416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05840" y="128016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Streaming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591056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10 industrial sensor channels across a 3-phase fault progression — Normal, Pre-Anomaly (gradual drift), and Anomaly (critical). Displays a real-time anomaly gauge, phase banner, sensor tiles with live deviation %, and a multi-line Recharts time-series chart. All data streams via Server-Sent Events at 500 ms intervals.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3566160" cy="0"/>
          </a:xfrm>
          <a:prstGeom prst="line">
            <a:avLst/>
          </a:prstGeom>
          <a:noFill/>
          <a:ln w="635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70048"/>
            <a:ext cx="1139952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Sensors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578864" y="2670048"/>
            <a:ext cx="1139952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8864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Fault Phases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91968" y="2670048"/>
            <a:ext cx="1139952" cy="256032"/>
          </a:xfrm>
          <a:prstGeom prst="rect">
            <a:avLst/>
          </a:prstGeom>
          <a:solidFill>
            <a:srgbClr val="0EA5E9">
              <a:alpha val="20000"/>
            </a:srgbClr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1968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 Refresh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97096" y="914400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97096" y="914400"/>
            <a:ext cx="64008" cy="2423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61688" y="1042416"/>
            <a:ext cx="566928" cy="566928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1042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01768" y="1042416"/>
            <a:ext cx="2862072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1042416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001768" y="128016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Anomaly Detection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61688" y="1591056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a Random Forest classifier (85% weight, 50 features: 10 base + 36 rolling-window stats at 5/10/30 min + 4 physics-derived features) with an LSTM Autoencoder (15% weight, 60-step window). Threshold auto-tuned per evaluation to hold Precision ≥65% and false-positive rate ≤10%.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61688" y="2633472"/>
            <a:ext cx="3566160" cy="0"/>
          </a:xfrm>
          <a:prstGeom prst="line">
            <a:avLst/>
          </a:prstGeom>
          <a:noFill/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61688" y="2670048"/>
            <a:ext cx="1139952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61688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0.97+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574792" y="2670048"/>
            <a:ext cx="1139952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4792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85:15 Weighting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787896" y="2670048"/>
            <a:ext cx="1139952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7896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Features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193024" y="914400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93024" y="914400"/>
            <a:ext cx="64008" cy="2423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57616" y="1042416"/>
            <a:ext cx="566928" cy="566928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57616" y="1042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997696" y="1042416"/>
            <a:ext cx="2862072" cy="201168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97696" y="1042416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997696" y="1280160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Diagnosis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57616" y="1591056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detected anomaly, invokes Anthropic claude-sonnet-4-6 via SSE token streaming. Returns a structured JSON report: root-cause hypothesis, confidence level with reasoning, affected subsystems, maintenance actions tagged Immediate / 4h / 24h / Monitor, and estimated time-to-critical. Supports full multi-turn follow-up chat.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357616" y="2633472"/>
            <a:ext cx="3566160" cy="0"/>
          </a:xfrm>
          <a:prstGeom prst="line">
            <a:avLst/>
          </a:prstGeom>
          <a:noFill/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57616" y="2670048"/>
            <a:ext cx="1139952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57616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570720" y="2670048"/>
            <a:ext cx="1139952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70720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0783824" y="2670048"/>
            <a:ext cx="1139952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3824" y="2670048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Chat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01168" y="3685032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3685032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" y="3813048"/>
            <a:ext cx="566928" cy="566928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05840" y="3813048"/>
            <a:ext cx="2862072" cy="201168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5840" y="3813048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005840" y="405079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Model Training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4361688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50 000 synthetic sensor rows covering 4 fault modes — bearing degradation, valve issues, fouling, and seal leaks — each with a realistic 3-phase fault progression and sinusoidal load variation. Trains Isolation Forest and LSTM Autoencoder sequentially with live progress polling, then displays loss curves, thresholds, and elapsed time.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5404104"/>
            <a:ext cx="3566160" cy="0"/>
          </a:xfrm>
          <a:prstGeom prst="line">
            <a:avLst/>
          </a:prstGeom>
          <a:noFill/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5440680"/>
            <a:ext cx="113995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Rows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578864" y="5440680"/>
            <a:ext cx="113995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78864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Fault Modes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791968" y="5440680"/>
            <a:ext cx="113995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91968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Threshold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197096" y="3685032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97096" y="3685032"/>
            <a:ext cx="64008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361688" y="3813048"/>
            <a:ext cx="566928" cy="566928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61688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5001768" y="3813048"/>
            <a:ext cx="2862072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01768" y="3813048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5001768" y="405079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361688" y="4361688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on the 20% held-out test split reporting Precision, Recall, F1, and AUC-ROC as interactive metric cards. Also renders the confusion matrix (TP/FP/FN/TN with %) an interactive ROC curve, a prediction timeline, and a lead-time histogram showing how many minutes before critical failure each anomaly was first flagged.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361688" y="5404104"/>
            <a:ext cx="356616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61688" y="5440680"/>
            <a:ext cx="1139952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61688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 / Recall / F1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5574792" y="5440680"/>
            <a:ext cx="1139952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74792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787896" y="5440680"/>
            <a:ext cx="1139952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87896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Histogram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8193024" y="3685032"/>
            <a:ext cx="3822192" cy="2423160"/>
          </a:xfrm>
          <a:prstGeom prst="rect">
            <a:avLst/>
          </a:prstGeom>
          <a:solidFill>
            <a:srgbClr val="0F2040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93024" y="3685032"/>
            <a:ext cx="64008" cy="2423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57616" y="3813048"/>
            <a:ext cx="566928" cy="566928"/>
          </a:xfrm>
          <a:prstGeom prst="ellipse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57616" y="3813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8997696" y="3813048"/>
            <a:ext cx="2862072" cy="201168"/>
          </a:xfrm>
          <a:prstGeom prst="rect">
            <a:avLst/>
          </a:prstGeom>
          <a:solidFill>
            <a:srgbClr val="60A5FA">
              <a:alpha val="15000"/>
            </a:srgbClr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97696" y="3813048"/>
            <a:ext cx="2862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CHAT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8997696" y="405079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Timeline &amp; Chat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357616" y="4361688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log of all predictions stored in SQLite. Filter by severity level (ALL / LOW / MEDIUM / HIGH), view an hourly aggregation bar chart, and click any event to inspect its full sensor-value breakdown. Each anomaly opens a dedicated multi-turn Claude AI chat session — conversation state persists across tab switches.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357616" y="5404104"/>
            <a:ext cx="3566160" cy="0"/>
          </a:xfrm>
          <a:prstGeom prst="line">
            <a:avLst/>
          </a:prstGeom>
          <a:noFill/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357616" y="5440680"/>
            <a:ext cx="1139952" cy="256032"/>
          </a:xfrm>
          <a:prstGeom prst="rect">
            <a:avLst/>
          </a:prstGeom>
          <a:solidFill>
            <a:srgbClr val="60A5FA">
              <a:alpha val="2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57616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570720" y="5440680"/>
            <a:ext cx="1139952" cy="256032"/>
          </a:xfrm>
          <a:prstGeom prst="rect">
            <a:avLst/>
          </a:prstGeom>
          <a:solidFill>
            <a:srgbClr val="60A5FA">
              <a:alpha val="2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570720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Chart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0783824" y="5440680"/>
            <a:ext cx="1139952" cy="256032"/>
          </a:xfrm>
          <a:prstGeom prst="rect">
            <a:avLst/>
          </a:prstGeom>
          <a:solidFill>
            <a:srgbClr val="60A5FA">
              <a:alpha val="2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783824" y="5440680"/>
            <a:ext cx="1139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4864" y="6693408"/>
            <a:ext cx="12134088" cy="16459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00" name="Text 98"/>
          <p:cNvSpPr/>
          <p:nvPr/>
        </p:nvSpPr>
        <p:spPr>
          <a:xfrm>
            <a:off x="182880" y="6702552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CompressorGuard AI  ·  Confidential  ·  2025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11704320" y="6702552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2026-03-08T14:34:24Z</dcterms:created>
  <dcterms:modified xsi:type="dcterms:W3CDTF">2026-03-08T14:34:24Z</dcterms:modified>
</cp:coreProperties>
</file>